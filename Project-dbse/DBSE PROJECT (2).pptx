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69" d="100"/>
          <a:sy n="69" d="100"/>
        </p:scale>
        <p:origin x="54" y="6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8/10/relationships/authors" Target="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17-08-2026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17-08-2026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17-08-2026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17-08-2026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17-08-2026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17-08-2026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Distributed Video Anomaly Detection in Large-Scale Surveillance Systems Using HDFS and Cluster-Visualized Federated CNN–LSTM Models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Dr.Y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Subbarayudu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772336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Akshith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B. Pranavi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V. Charishma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021423"/>
              </p:ext>
            </p:extLst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sz="2400" dirty="0"/>
                        <a:t>Akshith Reddy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Leader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sz="2400" dirty="0"/>
                        <a:t>B. Pranavi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V. Charishma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Member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lang="en-US" sz="2000" dirty="0"/>
              <a:t>Car Rentals &amp; Mobility App is a digital self-service platform that allows users to rent vehicles without depending on a counter or manual booking process.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lang="en-US" sz="2000" dirty="0"/>
              <a:t>Users can browse available cars, compare rental options, select pickup and return details, make a reservation, and manage their rental through one application.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lang="en-US" sz="2000" dirty="0"/>
              <a:t>The system aims to make vehicle rental faster, more convenient, transparent, and accessible while reducing manual work for rental operators.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lang="en-US" sz="2000" dirty="0"/>
              <a:t>The platform can also support digital vehicle access, booking status, payment tracking, trip history, and vehicle return confirmation.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The demand for convenient and flexible transportation has increased the need for modern car rental services.</a:t>
            </a:r>
          </a:p>
          <a:p>
            <a:r>
              <a:rPr lang="en-IN" sz="2200" dirty="0"/>
              <a:t>Traditional rental systems may require users to:</a:t>
            </a:r>
          </a:p>
          <a:p>
            <a:pPr lvl="0"/>
            <a:r>
              <a:rPr lang="en-IN" sz="2200" dirty="0"/>
              <a:t>Visit rental offices </a:t>
            </a:r>
          </a:p>
          <a:p>
            <a:pPr lvl="0"/>
            <a:r>
              <a:rPr lang="en-IN" sz="2200" dirty="0"/>
              <a:t>Make phone calls </a:t>
            </a:r>
          </a:p>
          <a:p>
            <a:pPr lvl="0"/>
            <a:r>
              <a:rPr lang="en-IN" sz="2200" dirty="0"/>
              <a:t>Complete paperwork </a:t>
            </a:r>
          </a:p>
          <a:p>
            <a:pPr lvl="0"/>
            <a:r>
              <a:rPr lang="en-IN" sz="2200" dirty="0"/>
              <a:t>Wait for vehicle availability </a:t>
            </a:r>
          </a:p>
          <a:p>
            <a:pPr lvl="0"/>
            <a:r>
              <a:rPr lang="en-IN" sz="2200" dirty="0"/>
              <a:t>Depend on staff for booking and return </a:t>
            </a:r>
          </a:p>
          <a:p>
            <a:r>
              <a:rPr lang="en-IN" sz="2200" dirty="0"/>
              <a:t>Our proposed </a:t>
            </a:r>
            <a:r>
              <a:rPr lang="en-IN" sz="2200" b="1" dirty="0"/>
              <a:t>Car Rentals &amp; Mobility App</a:t>
            </a:r>
            <a:r>
              <a:rPr lang="en-IN" sz="2200" dirty="0"/>
              <a:t> provides a fully digital self-service experience where users can </a:t>
            </a:r>
            <a:r>
              <a:rPr lang="en-IN" sz="2200" b="1" dirty="0"/>
              <a:t>search, book, access and return vehicles conveniently.</a:t>
            </a:r>
            <a:endParaRPr lang="en-IN" sz="2200" dirty="0"/>
          </a:p>
          <a:p>
            <a:pPr marL="0" indent="0">
              <a:spcBef>
                <a:spcPts val="700"/>
              </a:spcBef>
              <a:buNone/>
              <a:defRPr sz="1300">
                <a:solidFill>
                  <a:srgbClr val="23232D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The existing car rental process may involve:</a:t>
            </a:r>
          </a:p>
          <a:p>
            <a:pPr lvl="0"/>
            <a:r>
              <a:rPr lang="en-IN" sz="2200" dirty="0"/>
              <a:t>Manual booking and paperwork </a:t>
            </a:r>
          </a:p>
          <a:p>
            <a:pPr lvl="0"/>
            <a:r>
              <a:rPr lang="en-IN" sz="2200" dirty="0"/>
              <a:t>Long waiting times at rental counters </a:t>
            </a:r>
          </a:p>
          <a:p>
            <a:pPr lvl="0"/>
            <a:r>
              <a:rPr lang="en-IN" sz="2200" dirty="0"/>
              <a:t>Limited visibility of vehicle availability </a:t>
            </a:r>
          </a:p>
          <a:p>
            <a:pPr lvl="0"/>
            <a:r>
              <a:rPr lang="en-IN" sz="2200" dirty="0"/>
              <a:t>Difficulty comparing vehicles and prices </a:t>
            </a:r>
          </a:p>
          <a:p>
            <a:pPr lvl="0"/>
            <a:r>
              <a:rPr lang="en-IN" sz="2200" dirty="0"/>
              <a:t>Dependence on rental staff </a:t>
            </a:r>
          </a:p>
          <a:p>
            <a:pPr lvl="0"/>
            <a:r>
              <a:rPr lang="en-IN" sz="2200" dirty="0"/>
              <a:t>Manual pickup and return procedures </a:t>
            </a:r>
          </a:p>
          <a:p>
            <a:pPr lvl="0"/>
            <a:r>
              <a:rPr lang="en-IN" sz="2200" dirty="0"/>
              <a:t>Difficulty tracking rental information </a:t>
            </a:r>
          </a:p>
          <a:p>
            <a:r>
              <a:rPr lang="en-IN" sz="2200" dirty="0"/>
              <a:t>These limitations can make the rental process </a:t>
            </a:r>
            <a:r>
              <a:rPr lang="en-IN" sz="2200" b="1" dirty="0"/>
              <a:t>time-consuming and less convenient</a:t>
            </a:r>
            <a:endParaRPr lang="en-IN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The major problems identified are:</a:t>
            </a:r>
          </a:p>
          <a:p>
            <a:r>
              <a:rPr lang="en-IN" sz="2200" b="1" dirty="0"/>
              <a:t>1. Time-Consuming Process</a:t>
            </a:r>
            <a:br>
              <a:rPr lang="en-IN" sz="2200" dirty="0"/>
            </a:br>
            <a:r>
              <a:rPr lang="en-IN" sz="2200" dirty="0"/>
              <a:t>Traditional rental procedures can require multiple manual steps.</a:t>
            </a:r>
          </a:p>
          <a:p>
            <a:r>
              <a:rPr lang="en-IN" sz="2200" b="1" dirty="0"/>
              <a:t>2. Vehicle Availability</a:t>
            </a:r>
            <a:br>
              <a:rPr lang="en-IN" sz="2200" dirty="0"/>
            </a:br>
            <a:r>
              <a:rPr lang="en-IN" sz="2200" dirty="0"/>
              <a:t>Users may not have immediate information about available vehicles.</a:t>
            </a:r>
          </a:p>
          <a:p>
            <a:r>
              <a:rPr lang="en-IN" sz="2200" b="1" dirty="0"/>
              <a:t>3. Price Comparison</a:t>
            </a:r>
            <a:br>
              <a:rPr lang="en-IN" sz="2200" dirty="0"/>
            </a:br>
            <a:r>
              <a:rPr lang="en-IN" sz="2200" dirty="0"/>
              <a:t>Comparing different vehicles and rental prices can be inconvenient.</a:t>
            </a:r>
          </a:p>
          <a:p>
            <a:r>
              <a:rPr lang="en-IN" sz="2200" b="1" dirty="0"/>
              <a:t>4. Manual Operations</a:t>
            </a:r>
            <a:br>
              <a:rPr lang="en-IN" sz="2200" dirty="0"/>
            </a:br>
            <a:r>
              <a:rPr lang="en-IN" sz="2200" dirty="0"/>
              <a:t>Booking, payment and return processes may require staff involvement.</a:t>
            </a:r>
          </a:p>
          <a:p>
            <a:r>
              <a:rPr lang="en-IN" sz="2200" b="1" dirty="0"/>
              <a:t>5. Lack of Real-Time Information</a:t>
            </a:r>
            <a:br>
              <a:rPr lang="en-IN" sz="2200" dirty="0"/>
            </a:br>
            <a:r>
              <a:rPr lang="en-IN" sz="2200" dirty="0"/>
              <a:t>Users need updated information about vehicles and booking status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sz="3200" dirty="0"/>
              <a:t>Our proposed system provides a </a:t>
            </a:r>
            <a:r>
              <a:rPr lang="en-IN" sz="3200" b="1" dirty="0"/>
              <a:t>digital self-service car rental platform</a:t>
            </a:r>
            <a:r>
              <a:rPr lang="en-IN" sz="3200" dirty="0"/>
              <a:t>.</a:t>
            </a:r>
          </a:p>
          <a:p>
            <a:r>
              <a:rPr lang="en-IN" sz="3200" b="1" dirty="0"/>
              <a:t>Key Contributions:</a:t>
            </a:r>
          </a:p>
          <a:p>
            <a:pPr lvl="0"/>
            <a:r>
              <a:rPr lang="en-IN" sz="3200" dirty="0"/>
              <a:t>Self-service vehicle booking </a:t>
            </a:r>
          </a:p>
          <a:p>
            <a:pPr lvl="0"/>
            <a:r>
              <a:rPr lang="en-IN" sz="3200" dirty="0"/>
              <a:t>Real-time vehicle availability </a:t>
            </a:r>
          </a:p>
          <a:p>
            <a:pPr lvl="0"/>
            <a:r>
              <a:rPr lang="en-IN" sz="3200" dirty="0"/>
              <a:t>Vehicle search and filtering </a:t>
            </a:r>
          </a:p>
          <a:p>
            <a:pPr lvl="0"/>
            <a:r>
              <a:rPr lang="en-IN" sz="3200" dirty="0"/>
              <a:t>Digital payment and billing </a:t>
            </a:r>
          </a:p>
          <a:p>
            <a:pPr lvl="0"/>
            <a:r>
              <a:rPr lang="en-IN" sz="3200" dirty="0"/>
              <a:t>Online booking confirmation </a:t>
            </a:r>
          </a:p>
          <a:p>
            <a:pPr lvl="0"/>
            <a:r>
              <a:rPr lang="en-IN" sz="3200" dirty="0"/>
              <a:t>Pickup and drop-off management </a:t>
            </a:r>
          </a:p>
          <a:p>
            <a:pPr lvl="0"/>
            <a:r>
              <a:rPr lang="en-IN" sz="3200" dirty="0"/>
              <a:t>Rental history </a:t>
            </a:r>
          </a:p>
          <a:p>
            <a:pPr lvl="0"/>
            <a:r>
              <a:rPr lang="en-IN" sz="3200" dirty="0"/>
              <a:t>User profile management </a:t>
            </a:r>
          </a:p>
          <a:p>
            <a:pPr lvl="0"/>
            <a:r>
              <a:rPr lang="en-IN" sz="3200" dirty="0"/>
              <a:t>Admin vehicle and booking management </a:t>
            </a:r>
          </a:p>
          <a:p>
            <a:r>
              <a:rPr lang="en-IN" sz="3200" b="1" dirty="0"/>
              <a:t>Main workflow:</a:t>
            </a:r>
            <a:endParaRPr lang="en-IN" sz="3200" dirty="0"/>
          </a:p>
          <a:p>
            <a:r>
              <a:rPr lang="en-IN" sz="3200" b="1" dirty="0"/>
              <a:t>Search → Select → Book → Pay → Pick Up → Ride → Return</a:t>
            </a:r>
            <a:endParaRPr lang="en-IN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400" b="1" dirty="0"/>
              <a:t>Main Objectives</a:t>
            </a:r>
          </a:p>
          <a:p>
            <a:r>
              <a:rPr lang="en-IN" sz="2400" dirty="0"/>
              <a:t>🚗 </a:t>
            </a:r>
            <a:r>
              <a:rPr lang="en-IN" sz="2400" b="1" dirty="0"/>
              <a:t>Easy Booking</a:t>
            </a:r>
            <a:br>
              <a:rPr lang="en-IN" sz="2400" dirty="0"/>
            </a:br>
            <a:r>
              <a:rPr lang="en-IN" sz="2400" dirty="0"/>
              <a:t>Allow users to quickly search and reserve vehicles.</a:t>
            </a:r>
          </a:p>
          <a:p>
            <a:r>
              <a:rPr lang="en-IN" sz="2400" dirty="0"/>
              <a:t>⏱️ </a:t>
            </a:r>
            <a:r>
              <a:rPr lang="en-IN" sz="2400" b="1" dirty="0"/>
              <a:t>Save Time</a:t>
            </a:r>
            <a:br>
              <a:rPr lang="en-IN" sz="2400" dirty="0"/>
            </a:br>
            <a:r>
              <a:rPr lang="en-IN" sz="2400" dirty="0"/>
              <a:t>Reduce waiting and manual rental procedures.</a:t>
            </a:r>
          </a:p>
          <a:p>
            <a:r>
              <a:rPr lang="en-IN" sz="2400" dirty="0"/>
              <a:t>📍 </a:t>
            </a:r>
            <a:r>
              <a:rPr lang="en-IN" sz="2400" b="1" dirty="0"/>
              <a:t>Vehicle Availability</a:t>
            </a:r>
            <a:br>
              <a:rPr lang="en-IN" sz="2400" dirty="0"/>
            </a:br>
            <a:r>
              <a:rPr lang="en-IN" sz="2400" dirty="0"/>
              <a:t>Display available vehicles based on location and rental period.</a:t>
            </a:r>
          </a:p>
          <a:p>
            <a:r>
              <a:rPr lang="en-IN" sz="2400" dirty="0"/>
              <a:t>🔐 </a:t>
            </a:r>
            <a:r>
              <a:rPr lang="en-IN" sz="2400" b="1" dirty="0"/>
              <a:t>Secure Transactions</a:t>
            </a:r>
            <a:br>
              <a:rPr lang="en-IN" sz="2400" dirty="0"/>
            </a:br>
            <a:r>
              <a:rPr lang="en-IN" sz="2400" dirty="0"/>
              <a:t>Provide reliable digital payment and booking records.</a:t>
            </a:r>
          </a:p>
          <a:p>
            <a:r>
              <a:rPr lang="en-IN" sz="2400" dirty="0"/>
              <a:t>👤 </a:t>
            </a:r>
            <a:r>
              <a:rPr lang="en-IN" sz="2400" b="1" dirty="0"/>
              <a:t>Better User Experience</a:t>
            </a:r>
            <a:br>
              <a:rPr lang="en-IN" sz="2400" dirty="0"/>
            </a:br>
            <a:r>
              <a:rPr lang="en-IN" sz="2400" dirty="0"/>
              <a:t>Create a simple and user-friendly rental interface.</a:t>
            </a:r>
          </a:p>
          <a:p>
            <a:r>
              <a:rPr lang="en-IN" sz="2400" dirty="0"/>
              <a:t>📊 </a:t>
            </a:r>
            <a:r>
              <a:rPr lang="en-IN" sz="2400" b="1" dirty="0"/>
              <a:t>Efficient Management</a:t>
            </a:r>
            <a:br>
              <a:rPr lang="en-IN" sz="2400" dirty="0"/>
            </a:br>
            <a:r>
              <a:rPr lang="en-IN" sz="2400" dirty="0"/>
              <a:t>Help administrators manage vehicles, bookings and customers efficiently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200" b="1" dirty="0"/>
              <a:t>Relational Database Engineering</a:t>
            </a:r>
            <a:endParaRPr lang="en-IN" sz="2200" dirty="0"/>
          </a:p>
          <a:p>
            <a:pPr lvl="0"/>
            <a:r>
              <a:rPr lang="en-IN" sz="2200" b="1" dirty="0"/>
              <a:t>Entity-Relationship Modelling</a:t>
            </a:r>
            <a:r>
              <a:rPr lang="en-IN" sz="2200" dirty="0"/>
              <a:t> </a:t>
            </a:r>
          </a:p>
          <a:p>
            <a:pPr lvl="1"/>
            <a:r>
              <a:rPr lang="en-IN" sz="2200" dirty="0"/>
              <a:t>Entities, relationships, cardinality, ER mapping </a:t>
            </a:r>
          </a:p>
          <a:p>
            <a:pPr lvl="0"/>
            <a:r>
              <a:rPr lang="en-IN" sz="2200" b="1" dirty="0"/>
              <a:t>Schema Design &amp; Normalisation</a:t>
            </a:r>
            <a:r>
              <a:rPr lang="en-IN" sz="2200" dirty="0"/>
              <a:t> </a:t>
            </a:r>
          </a:p>
          <a:p>
            <a:pPr lvl="1"/>
            <a:r>
              <a:rPr lang="en-IN" sz="2200" dirty="0"/>
              <a:t>DDL, constraints, normalisation, index design </a:t>
            </a:r>
          </a:p>
          <a:p>
            <a:pPr lvl="0"/>
            <a:r>
              <a:rPr lang="en-IN" sz="2200" b="1" dirty="0"/>
              <a:t>SQL Advanced Querying</a:t>
            </a:r>
            <a:r>
              <a:rPr lang="en-IN" sz="2200" dirty="0"/>
              <a:t> </a:t>
            </a:r>
          </a:p>
          <a:p>
            <a:pPr lvl="1"/>
            <a:r>
              <a:rPr lang="en-IN" sz="2200" dirty="0"/>
              <a:t>DML, joins, subqueries, CTEs, aggregates, window functions </a:t>
            </a:r>
          </a:p>
          <a:p>
            <a:pPr lvl="0"/>
            <a:r>
              <a:rPr lang="en-IN" sz="2200" b="1" dirty="0"/>
              <a:t>Transactions &amp; Stored Logic</a:t>
            </a:r>
            <a:r>
              <a:rPr lang="en-IN" sz="2200" dirty="0"/>
              <a:t> </a:t>
            </a:r>
          </a:p>
          <a:p>
            <a:pPr lvl="1"/>
            <a:r>
              <a:rPr lang="en-IN" sz="2200" dirty="0"/>
              <a:t>ACID transactions, isolation, views, triggers </a:t>
            </a:r>
          </a:p>
          <a:p>
            <a:r>
              <a:rPr lang="en-IN" sz="2200" b="1" dirty="0"/>
              <a:t>Key Modules Used</a:t>
            </a:r>
          </a:p>
          <a:p>
            <a:r>
              <a:rPr lang="en-IN" sz="2200" b="1" dirty="0"/>
              <a:t>ER Modelling → Normalisation → Advanced SQL → Transactions</a:t>
            </a:r>
            <a:endParaRPr lang="en-IN" sz="2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5B2120E-B083-41AC-7974-39DC4A1513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9329418"/>
              </p:ext>
            </p:extLst>
          </p:nvPr>
        </p:nvGraphicFramePr>
        <p:xfrm>
          <a:off x="838200" y="1825624"/>
          <a:ext cx="10515600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73922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31984073"/>
                    </a:ext>
                  </a:extLst>
                </a:gridCol>
              </a:tblGrid>
              <a:tr h="1994648">
                <a:tc>
                  <a:txBody>
                    <a:bodyPr/>
                    <a:lstStyle/>
                    <a:p>
                      <a:r>
                        <a:rPr lang="en-IN" b="1" dirty="0"/>
                        <a:t>Frontend</a:t>
                      </a:r>
                    </a:p>
                    <a:p>
                      <a:pPr lvl="0"/>
                      <a:r>
                        <a:rPr lang="en-IN" dirty="0"/>
                        <a:t>User-friendly interface </a:t>
                      </a:r>
                    </a:p>
                    <a:p>
                      <a:pPr lvl="0"/>
                      <a:r>
                        <a:rPr lang="en-IN" dirty="0"/>
                        <a:t>Vehicle cards </a:t>
                      </a:r>
                    </a:p>
                    <a:p>
                      <a:pPr lvl="0"/>
                      <a:r>
                        <a:rPr lang="en-IN" dirty="0"/>
                        <a:t>Search and filtering </a:t>
                      </a:r>
                    </a:p>
                    <a:p>
                      <a:pPr lvl="0"/>
                      <a:r>
                        <a:rPr lang="en-IN" dirty="0"/>
                        <a:t>Booking screens </a:t>
                      </a:r>
                    </a:p>
                    <a:p>
                      <a:pPr lvl="0"/>
                      <a:r>
                        <a:rPr lang="en-IN" dirty="0"/>
                        <a:t>Responsive design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Backend</a:t>
                      </a:r>
                    </a:p>
                    <a:p>
                      <a:pPr lvl="0"/>
                      <a:r>
                        <a:rPr lang="en-IN" dirty="0"/>
                        <a:t>User authentication </a:t>
                      </a:r>
                    </a:p>
                    <a:p>
                      <a:pPr lvl="0"/>
                      <a:r>
                        <a:rPr lang="en-IN" dirty="0"/>
                        <a:t>Booking management </a:t>
                      </a:r>
                    </a:p>
                    <a:p>
                      <a:pPr lvl="0"/>
                      <a:r>
                        <a:rPr lang="en-IN" dirty="0"/>
                        <a:t>Vehicle availability </a:t>
                      </a:r>
                    </a:p>
                    <a:p>
                      <a:pPr lvl="0"/>
                      <a:r>
                        <a:rPr lang="en-IN" dirty="0"/>
                        <a:t>Rental calculation </a:t>
                      </a:r>
                    </a:p>
                    <a:p>
                      <a:pPr lvl="0"/>
                      <a:r>
                        <a:rPr lang="en-IN" dirty="0"/>
                        <a:t>Payment processing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237175"/>
                  </a:ext>
                </a:extLst>
              </a:tr>
              <a:tr h="2254946">
                <a:tc>
                  <a:txBody>
                    <a:bodyPr/>
                    <a:lstStyle/>
                    <a:p>
                      <a:r>
                        <a:rPr lang="en-IN" b="1" dirty="0"/>
                        <a:t>Database</a:t>
                      </a:r>
                    </a:p>
                    <a:p>
                      <a:r>
                        <a:rPr lang="en-IN" dirty="0"/>
                        <a:t>Stores:</a:t>
                      </a:r>
                    </a:p>
                    <a:p>
                      <a:pPr lvl="0"/>
                      <a:r>
                        <a:rPr lang="en-IN" dirty="0"/>
                        <a:t>User details </a:t>
                      </a:r>
                    </a:p>
                    <a:p>
                      <a:pPr lvl="0"/>
                      <a:r>
                        <a:rPr lang="en-IN" dirty="0"/>
                        <a:t>Vehicle details </a:t>
                      </a:r>
                    </a:p>
                    <a:p>
                      <a:pPr lvl="0"/>
                      <a:r>
                        <a:rPr lang="en-IN" dirty="0"/>
                        <a:t>Booking information </a:t>
                      </a:r>
                    </a:p>
                    <a:p>
                      <a:pPr lvl="0"/>
                      <a:r>
                        <a:rPr lang="en-IN" dirty="0"/>
                        <a:t>Payment records </a:t>
                      </a:r>
                    </a:p>
                    <a:p>
                      <a:pPr lvl="0"/>
                      <a:r>
                        <a:rPr lang="en-IN" dirty="0"/>
                        <a:t>Rental history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Tools</a:t>
                      </a:r>
                    </a:p>
                    <a:p>
                      <a:pPr lvl="0"/>
                      <a:r>
                        <a:rPr lang="en-IN" dirty="0"/>
                        <a:t>IDE </a:t>
                      </a:r>
                    </a:p>
                    <a:p>
                      <a:pPr lvl="0"/>
                      <a:r>
                        <a:rPr lang="en-IN" dirty="0"/>
                        <a:t>Git &amp; GitHub </a:t>
                      </a:r>
                    </a:p>
                    <a:p>
                      <a:pPr lvl="0"/>
                      <a:r>
                        <a:rPr lang="en-IN" dirty="0"/>
                        <a:t>API testing tools </a:t>
                      </a:r>
                    </a:p>
                    <a:p>
                      <a:pPr lvl="0"/>
                      <a:r>
                        <a:rPr lang="en-IN" dirty="0"/>
                        <a:t>Database management tools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2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FE037-0FBC-A3A9-2675-ECF499617AEC}"/>
              </a:ext>
            </a:extLst>
          </p:cNvPr>
          <p:cNvSpPr txBox="1"/>
          <p:nvPr/>
        </p:nvSpPr>
        <p:spPr>
          <a:xfrm>
            <a:off x="706581" y="1443840"/>
            <a:ext cx="103493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</a:t>
            </a:r>
            <a:r>
              <a:rPr lang="en-IN" b="1" dirty="0"/>
              <a:t>Car Rentals &amp; Mobility App</a:t>
            </a:r>
            <a:r>
              <a:rPr lang="en-IN" dirty="0"/>
              <a:t> provides a modern and convenient solution for vehicle rental.</a:t>
            </a:r>
          </a:p>
          <a:p>
            <a:pPr>
              <a:buNone/>
            </a:pPr>
            <a:r>
              <a:rPr lang="en-IN" dirty="0"/>
              <a:t>It reduces manual effort and allows customers to manage the complete rental process through a single platform.</a:t>
            </a:r>
          </a:p>
          <a:p>
            <a:pPr>
              <a:buNone/>
            </a:pPr>
            <a:r>
              <a:rPr lang="en-IN" b="1" dirty="0"/>
              <a:t>Future Scope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GPS-based vehicle tracking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EV charging station integration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Smart-lock / keyless vehicle access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AI-based vehicle recommendations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Demand-based dynamic pricing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Digital document verification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Push notifications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Loyalty and subscription programs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Expansion to multiple cities and countries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  <a:p>
            <a:pPr marL="0" indent="0" algn="ctr">
              <a:buNone/>
            </a:pPr>
            <a:endParaRPr lang="en-IN" sz="4400" b="1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lang="en-IN" sz="4400" b="1" dirty="0">
              <a:solidFill>
                <a:srgbClr val="0070C0"/>
              </a:solidFill>
            </a:endParaRPr>
          </a:p>
          <a:p>
            <a:r>
              <a:rPr lang="en-IN" sz="2400" dirty="0"/>
              <a:t>Team Leader:</a:t>
            </a:r>
            <a:br>
              <a:rPr lang="en-IN" sz="2400" dirty="0"/>
            </a:br>
            <a:r>
              <a:rPr lang="en-IN" sz="2400" dirty="0"/>
              <a:t>Akshith Reddy – 2520030122</a:t>
            </a:r>
          </a:p>
          <a:p>
            <a:r>
              <a:rPr lang="en-IN" sz="2400" dirty="0"/>
              <a:t>Team Members:</a:t>
            </a:r>
            <a:br>
              <a:rPr lang="en-IN" sz="2400" dirty="0"/>
            </a:br>
            <a:r>
              <a:rPr lang="en-IN" sz="2400" dirty="0"/>
              <a:t>V. Charishma – 2520030140</a:t>
            </a:r>
            <a:br>
              <a:rPr lang="en-IN" sz="2400" dirty="0"/>
            </a:br>
            <a:r>
              <a:rPr lang="en-IN" sz="2400" dirty="0"/>
              <a:t>B. Pranavi </a:t>
            </a:r>
            <a:r>
              <a:rPr lang="en-IN" sz="2400"/>
              <a:t>– 2520030026</a:t>
            </a:r>
            <a:endParaRPr lang="en-IN" sz="2400" dirty="0"/>
          </a:p>
          <a:p>
            <a:pPr marL="0" indent="0" algn="ctr">
              <a:buNone/>
            </a:pPr>
            <a:endParaRPr lang="en-IN" sz="4400" b="1" dirty="0">
              <a:solidFill>
                <a:srgbClr val="0070C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8260</TotalTime>
  <Words>773</Words>
  <Application>Microsoft Office PowerPoint</Application>
  <PresentationFormat>Widescreen</PresentationFormat>
  <Paragraphs>168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Distributed Video Anomaly Detection in Large-Scale Surveillance Systems Using HDFS and Cluster-Visualized Federated CNN–LSTM Models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Charishma Virodula</cp:lastModifiedBy>
  <cp:revision>95</cp:revision>
  <dcterms:created xsi:type="dcterms:W3CDTF">2022-05-20T10:20:31Z</dcterms:created>
  <dcterms:modified xsi:type="dcterms:W3CDTF">2026-08-17T13:18:01Z</dcterms:modified>
</cp:coreProperties>
</file>